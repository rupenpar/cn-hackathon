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Urbanist Medium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14F2F5-90B9-4297-AD4B-DEA6A96553AD}">
  <a:tblStyle styleId="{E814F2F5-90B9-4297-AD4B-DEA6A96553A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bold.fntdata"/><Relationship Id="rId22" Type="http://schemas.openxmlformats.org/officeDocument/2006/relationships/font" Target="fonts/UrbanistMedium-boldItalic.fntdata"/><Relationship Id="rId21" Type="http://schemas.openxmlformats.org/officeDocument/2006/relationships/font" Target="fonts/UrbanistMedium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Medium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5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Relationship Id="rId7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22.png"/><Relationship Id="rId5" Type="http://schemas.openxmlformats.org/officeDocument/2006/relationships/image" Target="../media/image8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Relationship Id="rId8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090987" y="2078384"/>
            <a:ext cx="40100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NETWORK SECURITY PROJECT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585436" y="2588865"/>
            <a:ext cx="9021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</a:t>
            </a:r>
            <a:r>
              <a:rPr b="1" lang="en-US" sz="60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</a:t>
            </a: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Guardrail</a:t>
            </a: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lang="en-US" sz="60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114800" y="3541365"/>
            <a:ext cx="39624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Secure AI Agents Implementation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835298" y="4486125"/>
            <a:ext cx="1284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Rupen Parthu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500687" y="4486126"/>
            <a:ext cx="1362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Rakesh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243762" y="4486126"/>
            <a:ext cx="904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Charan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5619750" y="2602259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930604" y="3021359"/>
            <a:ext cx="6330791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Security Gap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2914650" y="3935759"/>
            <a:ext cx="63627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Analyzing semantic privilege escalation in autonomous systems.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38412"/>
            <a:ext cx="5229225" cy="28002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538412"/>
            <a:ext cx="5229225" cy="28002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971550" y="2928937"/>
            <a:ext cx="467058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Problem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71550" y="3481387"/>
            <a:ext cx="4448175" cy="1466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Traditional firewalls and security rules fail to detect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semantic privilege escalation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AI agents can perform API calls and transactions that appear "safe" but exceed their intended authority.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772275" y="2928937"/>
            <a:ext cx="467058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Project Objective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772275" y="3481387"/>
            <a:ext cx="4448175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Develop a Guardrail Engine that acts as an intelligent intermediary to intercept actions, validate them against security policies, and enforce real-time blocking or approval.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Problem &amp; Objective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44055"/>
            <a:ext cx="5229225" cy="298891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581025" y="2701230"/>
            <a:ext cx="5229225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Guardrail Engine acts as a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continuous monitoring layer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for AI agents. It ensures that every request aligns with organizational compliance.</a:t>
            </a:r>
            <a:endParaRPr/>
          </a:p>
        </p:txBody>
      </p:sp>
      <p:pic>
        <p:nvPicPr>
          <p:cNvPr descr="image.png"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453580"/>
            <a:ext cx="5210175" cy="296986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581025" y="3867001"/>
            <a:ext cx="52292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524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Intersects AI Agent Requests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581025" y="4303216"/>
            <a:ext cx="52292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524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Evaluates Against Security Policies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81025" y="4739431"/>
            <a:ext cx="52292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524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Blocks Malicious or Unsafe Actions</a:t>
            </a:r>
            <a:endParaRPr/>
          </a:p>
        </p:txBody>
      </p:sp>
      <p:pic>
        <p:nvPicPr>
          <p:cNvPr descr="image.png" id="122" name="Google Shape;12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89081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32702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763244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What is a Guardrail Engine?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581025" y="2013644"/>
            <a:ext cx="519064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System Architecture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581025" y="3137594"/>
            <a:ext cx="519064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Decision Flow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581025" y="3690044"/>
            <a:ext cx="49434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1.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Request: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AI Agent initiates action.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581025" y="3983384"/>
            <a:ext cx="49434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2.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Intercept: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Engine catches the request.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81025" y="4276725"/>
            <a:ext cx="49434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3.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Evaluation: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Logic checks policy file.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81025" y="4570065"/>
            <a:ext cx="49434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4.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Decision: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Final outcome (Allow/Block/Human).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1600200"/>
            <a:ext cx="8572500" cy="467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275" y="1981200"/>
            <a:ext cx="3333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2953345" y="2009775"/>
            <a:ext cx="2562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Kali Linux Environment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2953345" y="2337345"/>
            <a:ext cx="7038379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Utilized for a secure testing environment with network monitoring tools built-in.</a:t>
            </a:r>
            <a:endParaRPr/>
          </a:p>
        </p:txBody>
      </p:sp>
      <p:pic>
        <p:nvPicPr>
          <p:cNvPr descr="image.png" id="146" name="Google Shape;14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00275" y="3200251"/>
            <a:ext cx="3333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2962275" y="3228826"/>
            <a:ext cx="298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Python &amp; Flask Framework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2962275" y="3556396"/>
            <a:ext cx="66103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Lightweight REST API backend to process JSON requests from AI agents.</a:t>
            </a:r>
            <a:endParaRPr/>
          </a:p>
        </p:txBody>
      </p:sp>
      <p:pic>
        <p:nvPicPr>
          <p:cNvPr descr="image.png" id="149" name="Google Shape;14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00275" y="4130724"/>
            <a:ext cx="3714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2962275" y="4154537"/>
            <a:ext cx="1981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CURL Commands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2962275" y="4482107"/>
            <a:ext cx="64960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Used to simulate AI agent requests and test the engine's response logic.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Implementation Platform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8" name="Google Shape;158;p19"/>
          <p:cNvGraphicFramePr/>
          <p:nvPr/>
        </p:nvGraphicFramePr>
        <p:xfrm>
          <a:off x="581025" y="24003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{E814F2F5-90B9-4297-AD4B-DEA6A96553AD}</a:tableStyleId>
              </a:tblPr>
              <a:tblGrid>
                <a:gridCol w="3764300"/>
                <a:gridCol w="3748825"/>
                <a:gridCol w="3516800"/>
              </a:tblGrid>
              <a:tr h="65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Action Requested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Classification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Engine Decision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5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E2E8F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read_student_data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E2E8F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Routine Data Access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ADE8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ALLOWED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5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E2E8F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delete_logs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E2E8F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High-Risk Intrusion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8717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BLOCKED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5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E2E8F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shutdown_server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E2E8F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Critical Infrastructure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8717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BLOCKED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5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E2E8F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transfer_money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E2E8F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Financial Impact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BBF2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HUMAN APPROVAL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59" name="Google Shape;159;p19"/>
          <p:cNvSpPr/>
          <p:nvPr/>
        </p:nvSpPr>
        <p:spPr>
          <a:xfrm>
            <a:off x="581025" y="3048000"/>
            <a:ext cx="3764309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4345334" y="3048000"/>
            <a:ext cx="3748831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8094166" y="3048000"/>
            <a:ext cx="3516808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581025" y="3709987"/>
            <a:ext cx="376430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4345334" y="3709987"/>
            <a:ext cx="374883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8094166" y="3709987"/>
            <a:ext cx="351680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581025" y="4357687"/>
            <a:ext cx="376430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4345334" y="4357687"/>
            <a:ext cx="374883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8094166" y="4357687"/>
            <a:ext cx="351680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581025" y="5005387"/>
            <a:ext cx="376430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4345334" y="5005387"/>
            <a:ext cx="374883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8094166" y="5005387"/>
            <a:ext cx="351680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581025" y="5653087"/>
            <a:ext cx="376430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4345334" y="5653087"/>
            <a:ext cx="374883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8094166" y="5653087"/>
            <a:ext cx="351680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Guardrail Policy Logic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08039"/>
            <a:ext cx="3549550" cy="30610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2408039"/>
            <a:ext cx="3549699" cy="30610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2408039"/>
            <a:ext cx="3549550" cy="30610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41487" y="2798564"/>
            <a:ext cx="4286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1450687" y="4080614"/>
            <a:ext cx="181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Start Engine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971550" y="4598789"/>
            <a:ext cx="27685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Initiates the Flask server on port 5050.</a:t>
            </a:r>
            <a:endParaRPr/>
          </a:p>
        </p:txBody>
      </p:sp>
      <p:pic>
        <p:nvPicPr>
          <p:cNvPr descr="image.png" id="186" name="Google Shape;18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101" y="2798564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5405764" y="4076939"/>
            <a:ext cx="138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Safe Test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4711600" y="4598789"/>
            <a:ext cx="2768649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Validates that legitimate tasks pass through.</a:t>
            </a:r>
            <a:endParaRPr/>
          </a:p>
        </p:txBody>
      </p:sp>
      <p:pic>
        <p:nvPicPr>
          <p:cNvPr descr="image.png" id="189" name="Google Shape;189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50300" y="2798564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8820923" y="4035389"/>
            <a:ext cx="20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Malicious Test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8451800" y="4598789"/>
            <a:ext cx="27685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Confirms that high-risk calls are blocked.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Project Commands &amp; Demo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822227"/>
            <a:ext cx="5229225" cy="223257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581025" y="3062138"/>
            <a:ext cx="522922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100%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581025" y="4490888"/>
            <a:ext cx="52292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Real-time Monitoring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772275" y="3212752"/>
            <a:ext cx="44481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Prevents malicious AI hijacking.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772275" y="3696592"/>
            <a:ext cx="44481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Ensures 100% policy compliance.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6772275" y="4180433"/>
            <a:ext cx="44481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Enables safe, secure automation.</a:t>
            </a:r>
            <a:endParaRPr/>
          </a:p>
        </p:txBody>
      </p:sp>
      <p:pic>
        <p:nvPicPr>
          <p:cNvPr descr="image.png" id="204" name="Google Shape;20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2275" y="323656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2275" y="372040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2275" y="4204245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Core Advantages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6146" y="341664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23916" y="341664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91685" y="341664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59454" y="341664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/>
          <p:nvPr/>
        </p:nvSpPr>
        <p:spPr>
          <a:xfrm>
            <a:off x="581025" y="4310062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520362" y="4083397"/>
            <a:ext cx="254781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Banking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581025" y="4635847"/>
            <a:ext cx="2426493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Monitoring AI financial transactions.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3388131" y="4083397"/>
            <a:ext cx="254781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Enterprise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3448794" y="4635847"/>
            <a:ext cx="2426493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Internal security and API controls.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6255900" y="4083397"/>
            <a:ext cx="254781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Cloud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6316563" y="4635847"/>
            <a:ext cx="2426493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Protection for shared infrastructure.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9123670" y="4083397"/>
            <a:ext cx="254781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Assistants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9184332" y="4635847"/>
            <a:ext cx="2426493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Securing consumer AI interactions.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Real-World Applications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/>
          <p:nvPr/>
        </p:nvSpPr>
        <p:spPr>
          <a:xfrm>
            <a:off x="5619750" y="2442269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2220515" y="2861369"/>
            <a:ext cx="77509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Future Enhancements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2286000" y="3775769"/>
            <a:ext cx="7620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ML intent detection, anomaly detection systems, and enterprise dashboard integration.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0987" y="3980408"/>
            <a:ext cx="4010025" cy="88389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/>
          <p:nvPr/>
        </p:nvSpPr>
        <p:spPr>
          <a:xfrm>
            <a:off x="305276" y="1993552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Conclusion &amp; Questions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2286000" y="3012727"/>
            <a:ext cx="7620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Guardrail Engine provides the essential missing layer of security for the next generation of autonomous AI agents.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4386262" y="4275683"/>
            <a:ext cx="34194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